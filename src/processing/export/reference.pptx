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4"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5643" autoAdjust="0"/>
    <p:restoredTop sz="94694" autoAdjust="0"/>
  </p:normalViewPr>
  <p:slideViewPr>
    <p:cSldViewPr snapToGrid="0" snapToObjects="1">
      <p:cViewPr varScale="1">
        <p:scale>
          <a:sx n="127" d="100"/>
          <a:sy n="127" d="100"/>
        </p:scale>
        <p:origin x="178" y="8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a note visible in PowerPoint.</a:t>
            </a:r>
          </a:p>
          <a:p>
            <a:pPr marL="0" lvl="0" indent="0">
              <a:buNone/>
            </a:pPr>
            <a:endParaRPr/>
          </a:p>
          <a:p>
            <a:pPr lvl="0"/>
            <a:r>
              <a:t>It can contain Markdown</a:t>
            </a:r>
          </a:p>
          <a:p>
            <a:pPr marL="0" lvl="0" indent="0">
              <a:buNone/>
            </a:pPr>
            <a:endParaRPr/>
          </a:p>
          <a:p>
            <a:pPr lvl="0"/>
            <a:r>
              <a:t>like this list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746717" y="1056097"/>
            <a:ext cx="6694815" cy="1564259"/>
          </a:xfrm>
        </p:spPr>
        <p:txBody>
          <a:bodyPr anchor="b">
            <a:noAutofit/>
          </a:bodyPr>
          <a:lstStyle>
            <a:lvl1pPr algn="ct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130300" y="2973510"/>
            <a:ext cx="5825202" cy="822674"/>
          </a:xfrm>
        </p:spPr>
        <p:txBody>
          <a:bodyPr anchor="t"/>
          <a:lstStyle>
            <a:lvl1pPr marL="0" indent="0" algn="ct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E51666C-3A23-4BEE-A9DB-51FB3AEBD618}"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78134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8E9135BB-88FB-41F0-BB9E-A94D0046007C}"/>
              </a:ext>
            </a:extLst>
          </p:cNvPr>
          <p:cNvSpPr>
            <a:spLocks noGrp="1"/>
          </p:cNvSpPr>
          <p:nvPr>
            <p:ph type="dt" sz="half" idx="10"/>
          </p:nvPr>
        </p:nvSpPr>
        <p:spPr/>
        <p:txBody>
          <a:bodyPr/>
          <a:lstStyle/>
          <a:p>
            <a:fld id="{ED038B99-E455-48B4-9A06-BB731472B760}" type="datetime1">
              <a:rPr lang="en-US" smtClean="0"/>
              <a:t>4/24/2026</a:t>
            </a:fld>
            <a:endParaRPr lang="en-US"/>
          </a:p>
        </p:txBody>
      </p:sp>
      <p:sp>
        <p:nvSpPr>
          <p:cNvPr id="9" name="Footer Placeholder 8">
            <a:extLst>
              <a:ext uri="{FF2B5EF4-FFF2-40B4-BE49-F238E27FC236}">
                <a16:creationId xmlns:a16="http://schemas.microsoft.com/office/drawing/2014/main" id="{3C91EAF2-8D7D-2340-DC0A-A2B70C71D5F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72D2DC6A-DC78-D5F9-E370-C154E3DB876D}"/>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3645934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8" name="Date Placeholder 7">
            <a:extLst>
              <a:ext uri="{FF2B5EF4-FFF2-40B4-BE49-F238E27FC236}">
                <a16:creationId xmlns:a16="http://schemas.microsoft.com/office/drawing/2014/main" id="{F8B73DA7-349D-E4F2-A3F9-79745755F6CA}"/>
              </a:ext>
            </a:extLst>
          </p:cNvPr>
          <p:cNvSpPr>
            <a:spLocks noGrp="1"/>
          </p:cNvSpPr>
          <p:nvPr>
            <p:ph type="dt" sz="half" idx="10"/>
          </p:nvPr>
        </p:nvSpPr>
        <p:spPr/>
        <p:txBody>
          <a:bodyPr/>
          <a:lstStyle/>
          <a:p>
            <a:fld id="{A966604E-E9A3-4667-B1ED-F3FC6ADD5085}" type="datetime1">
              <a:rPr lang="en-US" smtClean="0"/>
              <a:t>4/24/2026</a:t>
            </a:fld>
            <a:endParaRPr lang="en-US"/>
          </a:p>
        </p:txBody>
      </p:sp>
      <p:sp>
        <p:nvSpPr>
          <p:cNvPr id="9" name="Footer Placeholder 8">
            <a:extLst>
              <a:ext uri="{FF2B5EF4-FFF2-40B4-BE49-F238E27FC236}">
                <a16:creationId xmlns:a16="http://schemas.microsoft.com/office/drawing/2014/main" id="{B23EF7DE-7DA1-2759-F97D-C6A164C8082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80E1271A-D2F6-0D14-DB78-4E728178AD37}"/>
              </a:ext>
            </a:extLst>
          </p:cNvPr>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216796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08000" y="974558"/>
            <a:ext cx="3646131" cy="3556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132" y="974558"/>
            <a:ext cx="3646131" cy="355646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2D6634CF-D376-4495-B0ED-111FD6B856DC}"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8321201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97D3DB-0F9E-4FB9-85FD-BA5D0659B991}" type="datetime1">
              <a:rPr lang="en-US" smtClean="0"/>
              <a:t>4/24/2026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220005" y="4667944"/>
            <a:ext cx="512504" cy="273844"/>
          </a:xfrm>
        </p:spPr>
        <p:txBody>
          <a:bodyPr/>
          <a:lstStyle>
            <a:lvl1pPr>
              <a:defRPr>
                <a:solidFill>
                  <a:schemeClr val="tx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2494077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BDFFF4-5486-49D4-A995-BF5E4D4785EE}" type="datetime1">
              <a:rPr lang="en-US" smtClean="0"/>
              <a:t>4/24/2026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896486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D9206C-0221-46B8-B929-86300A13CD64}" type="datetime1">
              <a:rPr lang="en-US" smtClean="0"/>
              <a:t>4/24/2026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314741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n-US"/>
              <a:t>Click to edit Master title style</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79D91DB-A863-412B-BDD9-CA5CB27997EC}" type="datetime1">
              <a:rPr lang="en-US" smtClean="0"/>
              <a:t>4/24/2026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5235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6F8E4DCC-0F05-415C-9893-70EB0316C24F}" type="datetime1">
              <a:rPr lang="en-US" smtClean="0"/>
              <a:t>4/24/2026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625104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4F1BEB-5272-46A8-9EF6-FEB649E31A1E}"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110797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FC36F1-61D3-4CC9-B4CE-3094973330D9}"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latin typeface="Arial"/>
              </a:rPr>
              <a:t>”</a:t>
            </a:r>
            <a:endParaRPr lang="en-US" sz="1350" dirty="0">
              <a:solidFill>
                <a:schemeClr val="accent1">
                  <a:lumMod val="60000"/>
                  <a:lumOff val="40000"/>
                </a:schemeClr>
              </a:solidFill>
              <a:latin typeface="Arial"/>
            </a:endParaRPr>
          </a:p>
        </p:txBody>
      </p:sp>
    </p:spTree>
    <p:extLst>
      <p:ext uri="{BB962C8B-B14F-4D97-AF65-F5344CB8AC3E}">
        <p14:creationId xmlns:p14="http://schemas.microsoft.com/office/powerpoint/2010/main" val="11274533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C71740-C0E6-4B22-A0CB-CD2D939C625B}"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09611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1C5B13-D57F-42C6-9712-690861737014}"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6051395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0C9284D-C35A-487B-BF9E-DF7C5810A158}"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383366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9CC006-E0BD-4308-83FA-C33234346AFA}"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835701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A3F75F-C647-4424-A5C6-3AD1DA0E4259}" type="datetime1">
              <a:rPr lang="en-US" smtClean="0"/>
              <a:t>4/24/2026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679766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1" y="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78205" y="457200"/>
            <a:ext cx="8386011" cy="469232"/>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508001" y="995092"/>
            <a:ext cx="7384715" cy="353593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FEBF4EA7-9EC7-4E89-B1A9-2CA1C48A054E}" type="datetime1">
              <a:rPr lang="en-US" smtClean="0"/>
              <a:t>4/24/2026</a:t>
            </a:fld>
            <a:endParaRPr lang="en-US"/>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220005" y="4667944"/>
            <a:ext cx="512504" cy="273844"/>
          </a:xfrm>
          <a:prstGeom prst="rect">
            <a:avLst/>
          </a:prstGeom>
        </p:spPr>
        <p:txBody>
          <a:bodyPr vert="horz" lIns="91440" tIns="45720" rIns="91440" bIns="45720" rtlCol="0" anchor="ctr"/>
          <a:lstStyle>
            <a:lvl1pPr algn="r">
              <a:defRPr sz="1600">
                <a:solidFill>
                  <a:schemeClr val="tx1"/>
                </a:solidFill>
              </a:defRPr>
            </a:lvl1pPr>
          </a:lstStyle>
          <a:p>
            <a:fld id="{C5EF2332-01BF-834F-8236-50238282D533}" type="slidenum">
              <a:rPr lang="en-US" smtClean="0"/>
              <a:pPr/>
              <a:t>‹#›</a:t>
            </a:fld>
            <a:endParaRPr lang="en-US" dirty="0"/>
          </a:p>
        </p:txBody>
      </p:sp>
    </p:spTree>
    <p:extLst>
      <p:ext uri="{BB962C8B-B14F-4D97-AF65-F5344CB8AC3E}">
        <p14:creationId xmlns:p14="http://schemas.microsoft.com/office/powerpoint/2010/main" val="1602615564"/>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Lst>
  <p:hf hdr="0" ftr="0" dt="0"/>
  <p:txStyles>
    <p:titleStyle>
      <a:lvl1pPr algn="ctr"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50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3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jph@domain.com" TargetMode="External"/><Relationship Id="rId2" Type="http://schemas.openxmlformats.org/officeDocument/2006/relationships/hyperlink" Target="eleanor.eoosevelt@domain.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creativecommons.org/licenses/by/2.0"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mailto:info@wikipedia.org" TargetMode="External"/><Relationship Id="rId2" Type="http://schemas.openxmlformats.org/officeDocument/2006/relationships/hyperlink" Target="https://www.wikipedia.org/"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marL="0" lvl="0" indent="0">
              <a:buNone/>
            </a:pPr>
            <a:r>
              <a:rPr dirty="0"/>
              <a:t>Title</a:t>
            </a:r>
          </a:p>
        </p:txBody>
      </p:sp>
      <p:sp>
        <p:nvSpPr>
          <p:cNvPr id="3" name="Subtitle 2"/>
          <p:cNvSpPr>
            <a:spLocks noGrp="1"/>
          </p:cNvSpPr>
          <p:nvPr>
            <p:ph type="subTitle" idx="1"/>
          </p:nvPr>
        </p:nvSpPr>
        <p:spPr/>
        <p:txBody>
          <a:bodyPr>
            <a:normAutofit fontScale="92500" lnSpcReduction="20000"/>
          </a:bodyPr>
          <a:lstStyle/>
          <a:p>
            <a:pPr marL="0" lvl="0" indent="0">
              <a:buNone/>
            </a:pPr>
            <a:r>
              <a:t>Subtitle</a:t>
            </a:r>
            <a:br/>
            <a:br/>
            <a:r>
              <a:rPr>
                <a:hlinkClick r:id="rId2"/>
              </a:rPr>
              <a:t>Eleanor Roosevelt</a:t>
            </a:r>
            <a:br/>
            <a:r>
              <a:rPr>
                <a:hlinkClick r:id="rId3"/>
              </a:rPr>
              <a:t>John Peters Humphrey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Heading 1</a:t>
            </a:r>
          </a:p>
        </p:txBody>
      </p:sp>
      <p:sp>
        <p:nvSpPr>
          <p:cNvPr id="3" name="Slide Number Placeholder 2">
            <a:extLst>
              <a:ext uri="{FF2B5EF4-FFF2-40B4-BE49-F238E27FC236}">
                <a16:creationId xmlns:a16="http://schemas.microsoft.com/office/drawing/2014/main" id="{D8E299BF-D68F-D86A-7CBC-2061E79B3A63}"/>
              </a:ext>
            </a:extLst>
          </p:cNvPr>
          <p:cNvSpPr>
            <a:spLocks noGrp="1"/>
          </p:cNvSpPr>
          <p:nvPr>
            <p:ph type="sldNum" sz="quarter" idx="12"/>
          </p:nvPr>
        </p:nvSpPr>
        <p:spPr/>
        <p:txBody>
          <a:bodyPr/>
          <a:lstStyle/>
          <a:p>
            <a:fld id="{C5EF2332-01BF-834F-8236-50238282D533}" type="slidenum">
              <a:rPr lang="en-US" smtClean="0"/>
              <a:pPr/>
              <a:t>2</a:t>
            </a:fld>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All human beings are born free and equal in dignity and rights. All human beings are born free and equal in dignity and rights. All human beings are born free and equal in dignity and rights. All human beings are born free and equal in dignity and rights.</a:t>
            </a:r>
          </a:p>
        </p:txBody>
      </p:sp>
      <p:sp>
        <p:nvSpPr>
          <p:cNvPr id="2" name="Slide Number Placeholder 1">
            <a:extLst>
              <a:ext uri="{FF2B5EF4-FFF2-40B4-BE49-F238E27FC236}">
                <a16:creationId xmlns:a16="http://schemas.microsoft.com/office/drawing/2014/main" id="{9A6B0CC6-15B1-1350-BFFA-E7023373C218}"/>
              </a:ext>
            </a:extLst>
          </p:cNvPr>
          <p:cNvSpPr>
            <a:spLocks noGrp="1"/>
          </p:cNvSpPr>
          <p:nvPr>
            <p:ph type="sldNum" sz="quarter" idx="12"/>
          </p:nvPr>
        </p:nvSpPr>
        <p:spPr/>
        <p:txBody>
          <a:bodyPr/>
          <a:lstStyle/>
          <a:p>
            <a:fld id="{C5EF2332-01BF-834F-8236-50238282D533}" type="slidenum">
              <a:rPr lang="en-US" smtClean="0"/>
              <a:pPr/>
              <a:t>3</a:t>
            </a:fld>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Heading 2</a:t>
            </a:r>
          </a:p>
        </p:txBody>
      </p:sp>
      <p:sp>
        <p:nvSpPr>
          <p:cNvPr id="3" name="Content Placeholder 2"/>
          <p:cNvSpPr>
            <a:spLocks noGrp="1"/>
          </p:cNvSpPr>
          <p:nvPr>
            <p:ph idx="1"/>
          </p:nvPr>
        </p:nvSpPr>
        <p:spPr/>
        <p:txBody>
          <a:bodyPr>
            <a:normAutofit/>
          </a:bodyPr>
          <a:lstStyle/>
          <a:p>
            <a:pPr marL="0" lvl="0" indent="0">
              <a:buNone/>
            </a:pPr>
            <a:r>
              <a:t>All human beings are born free and equal in dignity and rights.</a:t>
            </a:r>
          </a:p>
          <a:p>
            <a:pPr marL="0" lvl="0" indent="0">
              <a:spcBef>
                <a:spcPts val="3000"/>
              </a:spcBef>
              <a:buNone/>
            </a:pPr>
            <a:r>
              <a:rPr b="1"/>
              <a:t>Heading 3</a:t>
            </a:r>
          </a:p>
          <a:p>
            <a:pPr marL="0" lvl="0" indent="0">
              <a:buNone/>
            </a:pPr>
            <a:r>
              <a:t>All human beings are born free and equal in dignity and rights.</a:t>
            </a:r>
          </a:p>
          <a:p>
            <a:pPr marL="0" lvl="0" indent="0">
              <a:spcBef>
                <a:spcPts val="3000"/>
              </a:spcBef>
              <a:buNone/>
            </a:pPr>
            <a:r>
              <a:rPr b="1"/>
              <a:t>Heading 4</a:t>
            </a:r>
          </a:p>
          <a:p>
            <a:pPr marL="0" lvl="0" indent="0">
              <a:buNone/>
            </a:pPr>
            <a:r>
              <a:t>All human beings are born free and equal in dignity and rights.</a:t>
            </a:r>
          </a:p>
        </p:txBody>
      </p:sp>
      <p:sp>
        <p:nvSpPr>
          <p:cNvPr id="4" name="Slide Number Placeholder 3">
            <a:extLst>
              <a:ext uri="{FF2B5EF4-FFF2-40B4-BE49-F238E27FC236}">
                <a16:creationId xmlns:a16="http://schemas.microsoft.com/office/drawing/2014/main" id="{B3DE32BB-7306-FC2E-4D4B-746A22C54331}"/>
              </a:ext>
            </a:extLst>
          </p:cNvPr>
          <p:cNvSpPr>
            <a:spLocks noGrp="1"/>
          </p:cNvSpPr>
          <p:nvPr>
            <p:ph type="sldNum" sz="quarter" idx="12"/>
          </p:nvPr>
        </p:nvSpPr>
        <p:spPr/>
        <p:txBody>
          <a:bodyPr/>
          <a:lstStyle/>
          <a:p>
            <a:fld id="{C5EF2332-01BF-834F-8236-50238282D533}" type="slidenum">
              <a:rPr lang="en-US" smtClean="0"/>
              <a:pPr/>
              <a:t>4</a:t>
            </a:fld>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Bold</a:t>
            </a:r>
          </a:p>
        </p:txBody>
      </p:sp>
      <p:sp>
        <p:nvSpPr>
          <p:cNvPr id="3" name="Content Placeholder 2"/>
          <p:cNvSpPr>
            <a:spLocks noGrp="1"/>
          </p:cNvSpPr>
          <p:nvPr>
            <p:ph idx="1"/>
          </p:nvPr>
        </p:nvSpPr>
        <p:spPr/>
        <p:txBody>
          <a:bodyPr/>
          <a:lstStyle/>
          <a:p>
            <a:pPr marL="0" lvl="0" indent="0">
              <a:buNone/>
            </a:pPr>
            <a:r>
              <a:rPr b="1"/>
              <a:t>All human beings are born free and equal in dignity and rights.</a:t>
            </a:r>
            <a:r>
              <a:t> All human beings are born free and equal in dignity and rights.All human beings are born free and equal in dignity and rights.All human beings are born free and equal in dignity and rights.</a:t>
            </a:r>
          </a:p>
        </p:txBody>
      </p:sp>
      <p:sp>
        <p:nvSpPr>
          <p:cNvPr id="4" name="Slide Number Placeholder 3">
            <a:extLst>
              <a:ext uri="{FF2B5EF4-FFF2-40B4-BE49-F238E27FC236}">
                <a16:creationId xmlns:a16="http://schemas.microsoft.com/office/drawing/2014/main" id="{138CF340-E379-9863-C298-4F9BBACD0078}"/>
              </a:ext>
            </a:extLst>
          </p:cNvPr>
          <p:cNvSpPr>
            <a:spLocks noGrp="1"/>
          </p:cNvSpPr>
          <p:nvPr>
            <p:ph type="sldNum" sz="quarter" idx="12"/>
          </p:nvPr>
        </p:nvSpPr>
        <p:spPr/>
        <p:txBody>
          <a:bodyPr/>
          <a:lstStyle/>
          <a:p>
            <a:fld id="{C5EF2332-01BF-834F-8236-50238282D533}" type="slidenum">
              <a:rPr lang="en-US" smtClean="0"/>
              <a:pPr/>
              <a:t>5</a:t>
            </a:fld>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Italic</a:t>
            </a:r>
          </a:p>
        </p:txBody>
      </p:sp>
      <p:sp>
        <p:nvSpPr>
          <p:cNvPr id="3" name="Content Placeholder 2"/>
          <p:cNvSpPr>
            <a:spLocks noGrp="1"/>
          </p:cNvSpPr>
          <p:nvPr>
            <p:ph idx="1"/>
          </p:nvPr>
        </p:nvSpPr>
        <p:spPr/>
        <p:txBody>
          <a:bodyPr/>
          <a:lstStyle/>
          <a:p>
            <a:pPr marL="0" lvl="0" indent="0">
              <a:buNone/>
            </a:pPr>
            <a:r>
              <a:rPr i="1"/>
              <a:t>All human beings are born free and equal in dignity and rights.</a:t>
            </a:r>
            <a:r>
              <a:t> All human beings are born free and equal in dignity and rights.All human beings are born free and equal in dignity and rights.All human beings are born free and equal in dignity and rights.</a:t>
            </a:r>
          </a:p>
        </p:txBody>
      </p:sp>
      <p:sp>
        <p:nvSpPr>
          <p:cNvPr id="4" name="Slide Number Placeholder 3">
            <a:extLst>
              <a:ext uri="{FF2B5EF4-FFF2-40B4-BE49-F238E27FC236}">
                <a16:creationId xmlns:a16="http://schemas.microsoft.com/office/drawing/2014/main" id="{99697EC0-7E98-D8BC-2984-A845692101CF}"/>
              </a:ext>
            </a:extLst>
          </p:cNvPr>
          <p:cNvSpPr>
            <a:spLocks noGrp="1"/>
          </p:cNvSpPr>
          <p:nvPr>
            <p:ph type="sldNum" sz="quarter" idx="12"/>
          </p:nvPr>
        </p:nvSpPr>
        <p:spPr/>
        <p:txBody>
          <a:bodyPr/>
          <a:lstStyle/>
          <a:p>
            <a:fld id="{C5EF2332-01BF-834F-8236-50238282D533}" type="slidenum">
              <a:rPr lang="en-US" smtClean="0"/>
              <a:pPr/>
              <a:t>6</a:t>
            </a:fld>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Bold and italic</a:t>
            </a:r>
          </a:p>
        </p:txBody>
      </p:sp>
      <p:sp>
        <p:nvSpPr>
          <p:cNvPr id="3" name="Content Placeholder 2"/>
          <p:cNvSpPr>
            <a:spLocks noGrp="1"/>
          </p:cNvSpPr>
          <p:nvPr>
            <p:ph idx="1"/>
          </p:nvPr>
        </p:nvSpPr>
        <p:spPr/>
        <p:txBody>
          <a:bodyPr/>
          <a:lstStyle/>
          <a:p>
            <a:pPr marL="0" lvl="0" indent="0">
              <a:buNone/>
            </a:pPr>
            <a:r>
              <a:rPr b="1" i="1"/>
              <a:t>All human beings are born free and equal in dignity and rights.</a:t>
            </a:r>
            <a:r>
              <a:t> All human beings are born free and equal in dignity and rights.All human beings are born free and equal in dignity and rights.All human beings are born free and equal in dignity and rights.</a:t>
            </a:r>
          </a:p>
        </p:txBody>
      </p:sp>
      <p:sp>
        <p:nvSpPr>
          <p:cNvPr id="4" name="Slide Number Placeholder 3">
            <a:extLst>
              <a:ext uri="{FF2B5EF4-FFF2-40B4-BE49-F238E27FC236}">
                <a16:creationId xmlns:a16="http://schemas.microsoft.com/office/drawing/2014/main" id="{F5B8091C-97FE-1DE8-E9F6-D59A3D4D9EB7}"/>
              </a:ext>
            </a:extLst>
          </p:cNvPr>
          <p:cNvSpPr>
            <a:spLocks noGrp="1"/>
          </p:cNvSpPr>
          <p:nvPr>
            <p:ph type="sldNum" sz="quarter" idx="12"/>
          </p:nvPr>
        </p:nvSpPr>
        <p:spPr/>
        <p:txBody>
          <a:bodyPr/>
          <a:lstStyle/>
          <a:p>
            <a:fld id="{C5EF2332-01BF-834F-8236-50238282D533}" type="slidenum">
              <a:rPr lang="en-US" smtClean="0"/>
              <a:pPr/>
              <a:t>7</a:t>
            </a:fld>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Struck through</a:t>
            </a:r>
          </a:p>
        </p:txBody>
      </p:sp>
      <p:sp>
        <p:nvSpPr>
          <p:cNvPr id="3" name="Content Placeholder 2"/>
          <p:cNvSpPr>
            <a:spLocks noGrp="1"/>
          </p:cNvSpPr>
          <p:nvPr>
            <p:ph idx="1"/>
          </p:nvPr>
        </p:nvSpPr>
        <p:spPr/>
        <p:txBody>
          <a:bodyPr/>
          <a:lstStyle/>
          <a:p>
            <a:pPr marL="0" lvl="0" indent="0">
              <a:buNone/>
            </a:pPr>
            <a:r>
              <a:rPr strike="sngStrike"/>
              <a:t>All human beings are born free and equal in dignity and rights.</a:t>
            </a:r>
            <a:r>
              <a:t> All human beings are born free and equal in dignity and rights.All human beings are born free and equal in dignity and rights.All human beings are born free and equal in dignity and rights.</a:t>
            </a:r>
          </a:p>
        </p:txBody>
      </p:sp>
      <p:sp>
        <p:nvSpPr>
          <p:cNvPr id="4" name="Slide Number Placeholder 3">
            <a:extLst>
              <a:ext uri="{FF2B5EF4-FFF2-40B4-BE49-F238E27FC236}">
                <a16:creationId xmlns:a16="http://schemas.microsoft.com/office/drawing/2014/main" id="{CE2DFCEA-3B0F-12D2-3B41-EB229A11317F}"/>
              </a:ext>
            </a:extLst>
          </p:cNvPr>
          <p:cNvSpPr>
            <a:spLocks noGrp="1"/>
          </p:cNvSpPr>
          <p:nvPr>
            <p:ph type="sldNum" sz="quarter" idx="12"/>
          </p:nvPr>
        </p:nvSpPr>
        <p:spPr/>
        <p:txBody>
          <a:bodyPr/>
          <a:lstStyle/>
          <a:p>
            <a:fld id="{C5EF2332-01BF-834F-8236-50238282D533}" type="slidenum">
              <a:rPr lang="en-US" smtClean="0"/>
              <a:pPr/>
              <a:t>8</a:t>
            </a:fld>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Numbered lists</a:t>
            </a:r>
          </a:p>
        </p:txBody>
      </p:sp>
      <p:sp>
        <p:nvSpPr>
          <p:cNvPr id="3" name="Content Placeholder 2"/>
          <p:cNvSpPr>
            <a:spLocks noGrp="1"/>
          </p:cNvSpPr>
          <p:nvPr>
            <p:ph idx="1"/>
          </p:nvPr>
        </p:nvSpPr>
        <p:spPr/>
        <p:txBody>
          <a:bodyPr/>
          <a:lstStyle/>
          <a:p>
            <a:pPr marL="342900" lvl="0" indent="-342900">
              <a:buAutoNum type="arabicPeriod"/>
            </a:pPr>
            <a:r>
              <a:t>All human beings are born free and equal in dignity and rights.</a:t>
            </a:r>
          </a:p>
          <a:p>
            <a:pPr marL="342900" lvl="0" indent="-342900">
              <a:buAutoNum type="arabicPeriod"/>
            </a:pPr>
            <a:r>
              <a:t>All human beings are born free and equal in dignity and rights.</a:t>
            </a:r>
          </a:p>
          <a:p>
            <a:pPr marL="342900" lvl="0" indent="-342900">
              <a:buAutoNum type="arabicPeriod"/>
            </a:pPr>
            <a:r>
              <a:t>All human beings are born free and equal in dignity and rights.</a:t>
            </a:r>
          </a:p>
          <a:p>
            <a:pPr marL="342900" lvl="0" indent="-342900">
              <a:buAutoNum type="arabicPeriod"/>
            </a:pPr>
            <a:r>
              <a:t>All human beings are born free and equal in dignity and rights.</a:t>
            </a:r>
          </a:p>
        </p:txBody>
      </p:sp>
      <p:sp>
        <p:nvSpPr>
          <p:cNvPr id="4" name="Slide Number Placeholder 3">
            <a:extLst>
              <a:ext uri="{FF2B5EF4-FFF2-40B4-BE49-F238E27FC236}">
                <a16:creationId xmlns:a16="http://schemas.microsoft.com/office/drawing/2014/main" id="{977DA9E1-E287-3AD2-DD70-629C103E6233}"/>
              </a:ext>
            </a:extLst>
          </p:cNvPr>
          <p:cNvSpPr>
            <a:spLocks noGrp="1"/>
          </p:cNvSpPr>
          <p:nvPr>
            <p:ph type="sldNum" sz="quarter" idx="12"/>
          </p:nvPr>
        </p:nvSpPr>
        <p:spPr/>
        <p:txBody>
          <a:bodyPr/>
          <a:lstStyle/>
          <a:p>
            <a:fld id="{C5EF2332-01BF-834F-8236-50238282D533}" type="slidenum">
              <a:rPr lang="en-US" smtClean="0"/>
              <a:pPr/>
              <a:t>9</a:t>
            </a:fld>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Unnumbered lists</a:t>
            </a:r>
          </a:p>
        </p:txBody>
      </p:sp>
      <p:sp>
        <p:nvSpPr>
          <p:cNvPr id="3" name="Content Placeholder 2"/>
          <p:cNvSpPr>
            <a:spLocks noGrp="1"/>
          </p:cNvSpPr>
          <p:nvPr>
            <p:ph idx="1"/>
          </p:nvPr>
        </p:nvSpPr>
        <p:spPr/>
        <p:txBody>
          <a:bodyPr/>
          <a:lstStyle/>
          <a:p>
            <a:pPr lvl="0"/>
            <a:r>
              <a:t>All human beings are born free and equal in dignity and rights.</a:t>
            </a:r>
          </a:p>
          <a:p>
            <a:pPr lvl="1"/>
            <a:r>
              <a:t>All human beings are born free and equal in dignity and rights.</a:t>
            </a:r>
          </a:p>
          <a:p>
            <a:pPr lvl="0"/>
            <a:r>
              <a:t>All human beings are born free and equal in dignity and rights.</a:t>
            </a:r>
          </a:p>
        </p:txBody>
      </p:sp>
      <p:sp>
        <p:nvSpPr>
          <p:cNvPr id="4" name="Slide Number Placeholder 3">
            <a:extLst>
              <a:ext uri="{FF2B5EF4-FFF2-40B4-BE49-F238E27FC236}">
                <a16:creationId xmlns:a16="http://schemas.microsoft.com/office/drawing/2014/main" id="{1A8EF7F8-D122-4B68-9010-30DF69BAA817}"/>
              </a:ext>
            </a:extLst>
          </p:cNvPr>
          <p:cNvSpPr>
            <a:spLocks noGrp="1"/>
          </p:cNvSpPr>
          <p:nvPr>
            <p:ph type="sldNum" sz="quarter" idx="12"/>
          </p:nvPr>
        </p:nvSpPr>
        <p:spPr/>
        <p:txBody>
          <a:bodyPr/>
          <a:lstStyle/>
          <a:p>
            <a:fld id="{C5EF2332-01BF-834F-8236-50238282D533}" type="slidenum">
              <a:rPr lang="en-US" smtClean="0"/>
              <a:pPr/>
              <a:t>10</a:t>
            </a:fld>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Mixed lists</a:t>
            </a:r>
          </a:p>
        </p:txBody>
      </p:sp>
      <p:sp>
        <p:nvSpPr>
          <p:cNvPr id="3" name="Content Placeholder 2"/>
          <p:cNvSpPr>
            <a:spLocks noGrp="1"/>
          </p:cNvSpPr>
          <p:nvPr>
            <p:ph idx="1"/>
          </p:nvPr>
        </p:nvSpPr>
        <p:spPr/>
        <p:txBody>
          <a:bodyPr/>
          <a:lstStyle/>
          <a:p>
            <a:pPr lvl="0"/>
            <a:r>
              <a:t>All human beings are born free and equal in dignity and rights.</a:t>
            </a:r>
          </a:p>
          <a:p>
            <a:pPr marL="685800" lvl="1" indent="-342900">
              <a:buAutoNum type="arabicPeriod"/>
            </a:pPr>
            <a:r>
              <a:t>All human beings are born free and equal in dignity and rights.</a:t>
            </a:r>
          </a:p>
          <a:p>
            <a:pPr marL="685800" lvl="1" indent="-342900">
              <a:buAutoNum type="arabicPeriod"/>
            </a:pPr>
            <a:r>
              <a:t>All human beings are born free and equal in dignity and rights.</a:t>
            </a:r>
          </a:p>
          <a:p>
            <a:pPr lvl="0"/>
            <a:r>
              <a:t>All human beings are born free and equal in dignity and rights.</a:t>
            </a:r>
          </a:p>
        </p:txBody>
      </p:sp>
      <p:sp>
        <p:nvSpPr>
          <p:cNvPr id="4" name="Slide Number Placeholder 3">
            <a:extLst>
              <a:ext uri="{FF2B5EF4-FFF2-40B4-BE49-F238E27FC236}">
                <a16:creationId xmlns:a16="http://schemas.microsoft.com/office/drawing/2014/main" id="{C0E931CD-0CBB-2A8A-CFFB-60B704BDE501}"/>
              </a:ext>
            </a:extLst>
          </p:cNvPr>
          <p:cNvSpPr>
            <a:spLocks noGrp="1"/>
          </p:cNvSpPr>
          <p:nvPr>
            <p:ph type="sldNum" sz="quarter" idx="12"/>
          </p:nvPr>
        </p:nvSpPr>
        <p:spPr/>
        <p:txBody>
          <a:bodyPr/>
          <a:lstStyle/>
          <a:p>
            <a:fld id="{C5EF2332-01BF-834F-8236-50238282D533}" type="slidenum">
              <a:rPr lang="en-US" smtClean="0"/>
              <a:pPr/>
              <a:t>11</a:t>
            </a:fld>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Figures and captions</a:t>
            </a:r>
          </a:p>
        </p:txBody>
      </p:sp>
      <p:sp>
        <p:nvSpPr>
          <p:cNvPr id="4" name="Content Placeholder 3"/>
          <p:cNvSpPr txBox="1">
            <a:spLocks noGrp="1"/>
          </p:cNvSpPr>
          <p:nvPr>
            <p:ph idx="1"/>
          </p:nvPr>
        </p:nvSpPr>
        <p:spPr>
          <a:xfrm>
            <a:off x="457200" y="4076700"/>
            <a:ext cx="8229600" cy="508000"/>
          </a:xfrm>
          <a:prstGeom prst="rect">
            <a:avLst/>
          </a:prstGeom>
          <a:noFill/>
        </p:spPr>
        <p:txBody>
          <a:bodyPr>
            <a:normAutofit fontScale="77500" lnSpcReduction="20000"/>
          </a:bodyPr>
          <a:lstStyle/>
          <a:p>
            <a:pPr marL="0" lvl="0" indent="0" algn="ctr">
              <a:buNone/>
            </a:pPr>
            <a:r>
              <a:t>Eleanor Roosevelt hält die englische Version der Allgemeinen Erklärung der Menschenrechte (FDR Presidential Library &amp; Museum, CC BY 2.0 </a:t>
            </a:r>
            <a:r>
              <a:rPr>
                <a:hlinkClick r:id="rId2"/>
              </a:rPr>
              <a:t>https://creativecommons.org/licenses/by/2.0</a:t>
            </a:r>
            <a:r>
              <a:t>, via Wikimedia Commons)</a:t>
            </a:r>
          </a:p>
        </p:txBody>
      </p:sp>
      <p:pic>
        <p:nvPicPr>
          <p:cNvPr id="3" name="Picture 1" descr="images/Eleanor_Roosevelt_and_Human_Rights_Declaration.jpeg"/>
          <p:cNvPicPr>
            <a:picLocks noGrp="1" noChangeAspect="1"/>
          </p:cNvPicPr>
          <p:nvPr/>
        </p:nvPicPr>
        <p:blipFill>
          <a:blip r:embed="rId3"/>
          <a:stretch>
            <a:fillRect/>
          </a:stretch>
        </p:blipFill>
        <p:spPr bwMode="auto">
          <a:xfrm>
            <a:off x="2667000" y="1193800"/>
            <a:ext cx="3810000" cy="2882900"/>
          </a:xfrm>
          <a:prstGeom prst="rect">
            <a:avLst/>
          </a:prstGeom>
          <a:noFill/>
          <a:ln w="9525">
            <a:noFill/>
            <a:headEnd/>
            <a:tailEnd/>
          </a:ln>
        </p:spPr>
      </p:pic>
      <p:sp>
        <p:nvSpPr>
          <p:cNvPr id="5" name="Slide Number Placeholder 4">
            <a:extLst>
              <a:ext uri="{FF2B5EF4-FFF2-40B4-BE49-F238E27FC236}">
                <a16:creationId xmlns:a16="http://schemas.microsoft.com/office/drawing/2014/main" id="{3ED2FCC7-0FE4-ED83-6452-AD4DE0F27D16}"/>
              </a:ext>
            </a:extLst>
          </p:cNvPr>
          <p:cNvSpPr>
            <a:spLocks noGrp="1"/>
          </p:cNvSpPr>
          <p:nvPr>
            <p:ph type="sldNum" sz="quarter" idx="12"/>
          </p:nvPr>
        </p:nvSpPr>
        <p:spPr/>
        <p:txBody>
          <a:bodyPr/>
          <a:lstStyle/>
          <a:p>
            <a:fld id="{C5EF2332-01BF-834F-8236-50238282D533}" type="slidenum">
              <a:rPr lang="en-US" smtClean="0"/>
              <a:pPr/>
              <a:t>12</a:t>
            </a:fld>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Code</a:t>
            </a:r>
          </a:p>
        </p:txBody>
      </p:sp>
      <p:sp>
        <p:nvSpPr>
          <p:cNvPr id="3" name="Content Placeholder 2"/>
          <p:cNvSpPr>
            <a:spLocks noGrp="1"/>
          </p:cNvSpPr>
          <p:nvPr>
            <p:ph idx="1"/>
          </p:nvPr>
        </p:nvSpPr>
        <p:spPr/>
        <p:txBody>
          <a:bodyPr/>
          <a:lstStyle/>
          <a:p>
            <a:pPr lvl="0" indent="0">
              <a:buNone/>
            </a:pPr>
            <a:r>
              <a:rPr>
                <a:solidFill>
                  <a:srgbClr val="06287E"/>
                </a:solidFill>
                <a:latin typeface=""/>
              </a:rPr>
              <a:t>ping</a:t>
            </a:r>
            <a:r>
              <a:rPr>
                <a:latin typeface=""/>
              </a:rPr>
              <a:t> wikipedia.org</a:t>
            </a:r>
          </a:p>
        </p:txBody>
      </p:sp>
      <p:sp>
        <p:nvSpPr>
          <p:cNvPr id="4" name="Slide Number Placeholder 3">
            <a:extLst>
              <a:ext uri="{FF2B5EF4-FFF2-40B4-BE49-F238E27FC236}">
                <a16:creationId xmlns:a16="http://schemas.microsoft.com/office/drawing/2014/main" id="{E2EE41E5-3E4D-5D53-21F9-FA3832833CC2}"/>
              </a:ext>
            </a:extLst>
          </p:cNvPr>
          <p:cNvSpPr>
            <a:spLocks noGrp="1"/>
          </p:cNvSpPr>
          <p:nvPr>
            <p:ph type="sldNum" sz="quarter" idx="12"/>
          </p:nvPr>
        </p:nvSpPr>
        <p:spPr/>
        <p:txBody>
          <a:bodyPr/>
          <a:lstStyle/>
          <a:p>
            <a:fld id="{C5EF2332-01BF-834F-8236-50238282D533}" type="slidenum">
              <a:rPr lang="en-US" smtClean="0"/>
              <a:pPr/>
              <a:t>13</a:t>
            </a:fld>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URLs and email addresses</a:t>
            </a:r>
          </a:p>
        </p:txBody>
      </p:sp>
      <p:sp>
        <p:nvSpPr>
          <p:cNvPr id="3" name="Content Placeholder 2"/>
          <p:cNvSpPr>
            <a:spLocks noGrp="1"/>
          </p:cNvSpPr>
          <p:nvPr>
            <p:ph idx="1"/>
          </p:nvPr>
        </p:nvSpPr>
        <p:spPr/>
        <p:txBody>
          <a:bodyPr/>
          <a:lstStyle/>
          <a:p>
            <a:pPr marL="0" lvl="0" indent="0">
              <a:buNone/>
            </a:pPr>
            <a:r>
              <a:rPr>
                <a:hlinkClick r:id="rId2"/>
              </a:rPr>
              <a:t>wikipedia.org</a:t>
            </a:r>
            <a:r>
              <a:t>, </a:t>
            </a:r>
            <a:r>
              <a:rPr>
                <a:hlinkClick r:id="rId3"/>
              </a:rPr>
              <a:t>info@wikipedia.org</a:t>
            </a:r>
            <a:r>
              <a:t>. All human beings are born free and equal in dignity and rights. All human beings are born free and equal in dignity and rights. All human beings are born free and equal in dignity and rights. All human beings are born free and equal in dignity and rights.</a:t>
            </a:r>
          </a:p>
        </p:txBody>
      </p:sp>
      <p:sp>
        <p:nvSpPr>
          <p:cNvPr id="4" name="Slide Number Placeholder 3">
            <a:extLst>
              <a:ext uri="{FF2B5EF4-FFF2-40B4-BE49-F238E27FC236}">
                <a16:creationId xmlns:a16="http://schemas.microsoft.com/office/drawing/2014/main" id="{40EF561D-8869-14B9-CFF0-8D7535D5A390}"/>
              </a:ext>
            </a:extLst>
          </p:cNvPr>
          <p:cNvSpPr>
            <a:spLocks noGrp="1"/>
          </p:cNvSpPr>
          <p:nvPr>
            <p:ph type="sldNum" sz="quarter" idx="12"/>
          </p:nvPr>
        </p:nvSpPr>
        <p:spPr/>
        <p:txBody>
          <a:bodyPr/>
          <a:lstStyle/>
          <a:p>
            <a:fld id="{C5EF2332-01BF-834F-8236-50238282D533}" type="slidenum">
              <a:rPr lang="en-US" smtClean="0"/>
              <a:pPr/>
              <a:t>14</a:t>
            </a:fld>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Tables</a:t>
            </a:r>
          </a:p>
        </p:txBody>
      </p:sp>
      <p:graphicFrame>
        <p:nvGraphicFramePr>
          <p:cNvPr id="6" name="Content Placeholder 5"/>
          <p:cNvGraphicFramePr>
            <a:graphicFrameLocks noGrp="1"/>
          </p:cNvGraphicFramePr>
          <p:nvPr>
            <p:ph idx="1"/>
          </p:nvPr>
        </p:nvGraphicFramePr>
        <p:xfrm>
          <a:off x="457200" y="1193800"/>
          <a:ext cx="8229600" cy="28829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0">
                <a:tc>
                  <a:txBody>
                    <a:bodyPr/>
                    <a:lstStyle/>
                    <a:p>
                      <a:pPr marL="0" lvl="0" indent="0">
                        <a:buNone/>
                      </a:pPr>
                      <a:r>
                        <a:t>column 1</a:t>
                      </a:r>
                    </a:p>
                  </a:txBody>
                  <a:tcPr/>
                </a:tc>
                <a:tc>
                  <a:txBody>
                    <a:bodyPr/>
                    <a:lstStyle/>
                    <a:p>
                      <a:pPr marL="0" lvl="0" indent="0">
                        <a:buNone/>
                      </a:pPr>
                      <a:r>
                        <a:t>column 2</a:t>
                      </a:r>
                    </a:p>
                  </a:txBody>
                  <a:tcPr/>
                </a:tc>
                <a:extLst>
                  <a:ext uri="{0D108BD9-81ED-4DB2-BD59-A6C34878D82A}">
                    <a16:rowId xmlns:a16="http://schemas.microsoft.com/office/drawing/2014/main" val="10000"/>
                  </a:ext>
                </a:extLst>
              </a:tr>
              <a:tr h="0">
                <a:tc>
                  <a:txBody>
                    <a:bodyPr/>
                    <a:lstStyle/>
                    <a:p>
                      <a:pPr marL="0" lvl="0" indent="0">
                        <a:buNone/>
                      </a:pPr>
                      <a:r>
                        <a:t>All human beings are born free and equal in dignity and rights.</a:t>
                      </a:r>
                    </a:p>
                  </a:txBody>
                  <a:tcPr/>
                </a:tc>
                <a:tc>
                  <a:txBody>
                    <a:bodyPr/>
                    <a:lstStyle/>
                    <a:p>
                      <a:pPr marL="0" lvl="0" indent="0">
                        <a:buNone/>
                      </a:pPr>
                      <a:r>
                        <a:t>All human beings are born free and equal in dignity and rights.</a:t>
                      </a:r>
                    </a:p>
                  </a:txBody>
                  <a:tcPr/>
                </a:tc>
                <a:extLst>
                  <a:ext uri="{0D108BD9-81ED-4DB2-BD59-A6C34878D82A}">
                    <a16:rowId xmlns:a16="http://schemas.microsoft.com/office/drawing/2014/main" val="10001"/>
                  </a:ext>
                </a:extLst>
              </a:tr>
              <a:tr h="0">
                <a:tc>
                  <a:txBody>
                    <a:bodyPr/>
                    <a:lstStyle/>
                    <a:p>
                      <a:pPr marL="0" lvl="0" indent="0">
                        <a:buNone/>
                      </a:pPr>
                      <a:r>
                        <a:t>All human beings are born free and equal in dignity and rights.</a:t>
                      </a:r>
                    </a:p>
                  </a:txBody>
                  <a:tcPr/>
                </a:tc>
                <a:tc>
                  <a:txBody>
                    <a:bodyPr/>
                    <a:lstStyle/>
                    <a:p>
                      <a:pPr marL="0" lvl="0" indent="0">
                        <a:buNone/>
                      </a:pPr>
                      <a:r>
                        <a:t>All human beings are born free and equal in dignity and rights.</a:t>
                      </a:r>
                    </a:p>
                  </a:txBody>
                  <a:tcPr/>
                </a:tc>
                <a:extLst>
                  <a:ext uri="{0D108BD9-81ED-4DB2-BD59-A6C34878D82A}">
                    <a16:rowId xmlns:a16="http://schemas.microsoft.com/office/drawing/2014/main" val="10002"/>
                  </a:ext>
                </a:extLst>
              </a:tr>
              <a:tr h="0">
                <a:tc>
                  <a:txBody>
                    <a:bodyPr/>
                    <a:lstStyle/>
                    <a:p>
                      <a:pPr marL="0" lvl="0" indent="0">
                        <a:buNone/>
                      </a:pPr>
                      <a:r>
                        <a:t>All human beings are born free and equal in dignity and rights.</a:t>
                      </a:r>
                    </a:p>
                  </a:txBody>
                  <a:tcPr/>
                </a:tc>
                <a:tc>
                  <a:txBody>
                    <a:bodyPr/>
                    <a:lstStyle/>
                    <a:p>
                      <a:pPr marL="0" lvl="0" indent="0">
                        <a:buNone/>
                      </a:pPr>
                      <a:r>
                        <a:t>All human beings are born free and equal in dignity and rights.</a:t>
                      </a:r>
                    </a:p>
                  </a:txBody>
                  <a:tcPr/>
                </a:tc>
                <a:extLst>
                  <a:ext uri="{0D108BD9-81ED-4DB2-BD59-A6C34878D82A}">
                    <a16:rowId xmlns:a16="http://schemas.microsoft.com/office/drawing/2014/main" val="10003"/>
                  </a:ext>
                </a:extLst>
              </a:tr>
              <a:tr h="0">
                <a:tc>
                  <a:txBody>
                    <a:bodyPr/>
                    <a:lstStyle/>
                    <a:p>
                      <a:pPr marL="0" lvl="0" indent="0">
                        <a:buNone/>
                      </a:pPr>
                      <a:r>
                        <a:t>All human beings are born free and equal in dignity and rights.</a:t>
                      </a:r>
                    </a:p>
                  </a:txBody>
                  <a:tcPr/>
                </a:tc>
                <a:tc>
                  <a:txBody>
                    <a:bodyPr/>
                    <a:lstStyle/>
                    <a:p>
                      <a:pPr marL="0" lvl="0" indent="0">
                        <a:buNone/>
                      </a:pPr>
                      <a:r>
                        <a:t>All human beings are born free and equal in dignity and rights.</a:t>
                      </a:r>
                    </a:p>
                  </a:txBody>
                  <a:tcPr/>
                </a:tc>
                <a:extLst>
                  <a:ext uri="{0D108BD9-81ED-4DB2-BD59-A6C34878D82A}">
                    <a16:rowId xmlns:a16="http://schemas.microsoft.com/office/drawing/2014/main" val="10004"/>
                  </a:ext>
                </a:extLst>
              </a:tr>
            </a:tbl>
          </a:graphicData>
        </a:graphic>
      </p:graphicFrame>
      <p:sp>
        <p:nvSpPr>
          <p:cNvPr id="3" name="TextBox 3"/>
          <p:cNvSpPr txBox="1">
            <a:spLocks noGrp="1"/>
          </p:cNvSpPr>
          <p:nvPr>
            <p:ph idx="4294967295"/>
          </p:nvPr>
        </p:nvSpPr>
        <p:spPr>
          <a:xfrm>
            <a:off x="0" y="4076700"/>
            <a:ext cx="8229600" cy="508000"/>
          </a:xfrm>
          <a:prstGeom prst="rect">
            <a:avLst/>
          </a:prstGeom>
          <a:noFill/>
        </p:spPr>
        <p:txBody>
          <a:bodyPr/>
          <a:lstStyle/>
          <a:p>
            <a:pPr marL="0" lvl="0" indent="0" algn="ctr">
              <a:buNone/>
            </a:pPr>
            <a:r>
              <a:t>Table caption</a:t>
            </a:r>
          </a:p>
        </p:txBody>
      </p:sp>
      <p:sp>
        <p:nvSpPr>
          <p:cNvPr id="4" name="Slide Number Placeholder 3">
            <a:extLst>
              <a:ext uri="{FF2B5EF4-FFF2-40B4-BE49-F238E27FC236}">
                <a16:creationId xmlns:a16="http://schemas.microsoft.com/office/drawing/2014/main" id="{1EAD8028-4F5F-4D36-17C8-AFD4B1A1419C}"/>
              </a:ext>
            </a:extLst>
          </p:cNvPr>
          <p:cNvSpPr>
            <a:spLocks noGrp="1"/>
          </p:cNvSpPr>
          <p:nvPr>
            <p:ph type="sldNum" sz="quarter" idx="12"/>
          </p:nvPr>
        </p:nvSpPr>
        <p:spPr/>
        <p:txBody>
          <a:bodyPr/>
          <a:lstStyle/>
          <a:p>
            <a:fld id="{C5EF2332-01BF-834F-8236-50238282D533}" type="slidenum">
              <a:rPr lang="en-US" smtClean="0"/>
              <a:pPr/>
              <a:t>15</a:t>
            </a:fld>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Footnotes</a:t>
            </a:r>
          </a:p>
        </p:txBody>
      </p:sp>
      <p:sp>
        <p:nvSpPr>
          <p:cNvPr id="3" name="Content Placeholder 2"/>
          <p:cNvSpPr>
            <a:spLocks noGrp="1"/>
          </p:cNvSpPr>
          <p:nvPr>
            <p:ph idx="1"/>
          </p:nvPr>
        </p:nvSpPr>
        <p:spPr/>
        <p:txBody>
          <a:bodyPr/>
          <a:lstStyle/>
          <a:p>
            <a:pPr marL="0" lvl="0" indent="0">
              <a:buNone/>
            </a:pPr>
            <a:r>
              <a:t>All human beings are born free and equal in dignity and rights. All human beings are born free and equal in dignity and rights. All human beings are born free and equal in dignity and rights. All human beings are born free and equal in dignity and rights.</a:t>
            </a:r>
            <a:r>
              <a:rPr baseline="30000">
                <a:hlinkClick r:id="rId2" action="ppaction://hlinksldjump"/>
              </a:rPr>
              <a:t>1</a:t>
            </a:r>
          </a:p>
        </p:txBody>
      </p:sp>
      <p:sp>
        <p:nvSpPr>
          <p:cNvPr id="4" name="Slide Number Placeholder 3">
            <a:extLst>
              <a:ext uri="{FF2B5EF4-FFF2-40B4-BE49-F238E27FC236}">
                <a16:creationId xmlns:a16="http://schemas.microsoft.com/office/drawing/2014/main" id="{D37D07D2-8EE4-A12D-F934-8909BA9576BE}"/>
              </a:ext>
            </a:extLst>
          </p:cNvPr>
          <p:cNvSpPr>
            <a:spLocks noGrp="1"/>
          </p:cNvSpPr>
          <p:nvPr>
            <p:ph type="sldNum" sz="quarter" idx="12"/>
          </p:nvPr>
        </p:nvSpPr>
        <p:spPr/>
        <p:txBody>
          <a:bodyPr/>
          <a:lstStyle/>
          <a:p>
            <a:fld id="{C5EF2332-01BF-834F-8236-50238282D533}" type="slidenum">
              <a:rPr lang="en-US" smtClean="0"/>
              <a:pPr/>
              <a:t>16</a:t>
            </a:fld>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Quotes</a:t>
            </a:r>
          </a:p>
        </p:txBody>
      </p:sp>
      <p:sp>
        <p:nvSpPr>
          <p:cNvPr id="3" name="Content Placeholder 2"/>
          <p:cNvSpPr>
            <a:spLocks noGrp="1"/>
          </p:cNvSpPr>
          <p:nvPr>
            <p:ph idx="1"/>
          </p:nvPr>
        </p:nvSpPr>
        <p:spPr/>
        <p:txBody>
          <a:bodyPr/>
          <a:lstStyle/>
          <a:p>
            <a:pPr marL="1270000" lvl="0" indent="0">
              <a:buNone/>
            </a:pPr>
            <a:r>
              <a:rPr sz="2000"/>
              <a:t>All human beings are born free and equal in dignity and rights.</a:t>
            </a:r>
          </a:p>
          <a:p>
            <a:pPr marL="0" lvl="0" indent="0">
              <a:buNone/>
            </a:pPr>
            <a:r>
              <a:t>All human beings are born free and equal in dignity and rights. All human beings are born free and equal in dignity and rights. All human beings are born free and equal in dignity and rights. All human beings are born free and equal in dignity and rights.</a:t>
            </a:r>
          </a:p>
        </p:txBody>
      </p:sp>
      <p:sp>
        <p:nvSpPr>
          <p:cNvPr id="4" name="Slide Number Placeholder 3">
            <a:extLst>
              <a:ext uri="{FF2B5EF4-FFF2-40B4-BE49-F238E27FC236}">
                <a16:creationId xmlns:a16="http://schemas.microsoft.com/office/drawing/2014/main" id="{B60629FC-CB4A-2393-AD02-534584FAE3B7}"/>
              </a:ext>
            </a:extLst>
          </p:cNvPr>
          <p:cNvSpPr>
            <a:spLocks noGrp="1"/>
          </p:cNvSpPr>
          <p:nvPr>
            <p:ph type="sldNum" sz="quarter" idx="12"/>
          </p:nvPr>
        </p:nvSpPr>
        <p:spPr/>
        <p:txBody>
          <a:bodyPr/>
          <a:lstStyle/>
          <a:p>
            <a:fld id="{C5EF2332-01BF-834F-8236-50238282D533}" type="slidenum">
              <a:rPr lang="en-US" smtClean="0"/>
              <a:pPr/>
              <a:t>17</a:t>
            </a:fld>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Scientific citations</a:t>
            </a:r>
          </a:p>
        </p:txBody>
      </p:sp>
      <p:sp>
        <p:nvSpPr>
          <p:cNvPr id="3" name="Content Placeholder 2"/>
          <p:cNvSpPr>
            <a:spLocks noGrp="1"/>
          </p:cNvSpPr>
          <p:nvPr>
            <p:ph idx="1"/>
          </p:nvPr>
        </p:nvSpPr>
        <p:spPr/>
        <p:txBody>
          <a:bodyPr>
            <a:normAutofit/>
          </a:bodyPr>
          <a:lstStyle/>
          <a:p>
            <a:pPr marL="1270000" lvl="0" indent="0">
              <a:buNone/>
            </a:pPr>
            <a:r>
              <a:rPr sz="2000"/>
              <a:t>All human beings are born free and equal in dignity and rights. They are endowed with reason and conscience and should act towards one another in a spirit of brotherhood. United Nations (1948)</a:t>
            </a:r>
          </a:p>
          <a:p>
            <a:pPr marL="0" lvl="0" indent="0">
              <a:buNone/>
            </a:pPr>
            <a:r>
              <a:t>All human beings are born free and equal in dignity and rights. All human beings are born free and equal in dignity and rights. All human beings are born free and equal in dignity and rights. All human beings are born free and equal in dignity and rights.(United Nations 1948)</a:t>
            </a:r>
          </a:p>
        </p:txBody>
      </p:sp>
      <p:sp>
        <p:nvSpPr>
          <p:cNvPr id="4" name="Slide Number Placeholder 3">
            <a:extLst>
              <a:ext uri="{FF2B5EF4-FFF2-40B4-BE49-F238E27FC236}">
                <a16:creationId xmlns:a16="http://schemas.microsoft.com/office/drawing/2014/main" id="{A6360D44-0EF2-192A-E026-80070D45CC9A}"/>
              </a:ext>
            </a:extLst>
          </p:cNvPr>
          <p:cNvSpPr>
            <a:spLocks noGrp="1"/>
          </p:cNvSpPr>
          <p:nvPr>
            <p:ph type="sldNum" sz="quarter" idx="12"/>
          </p:nvPr>
        </p:nvSpPr>
        <p:spPr/>
        <p:txBody>
          <a:bodyPr/>
          <a:lstStyle/>
          <a:p>
            <a:fld id="{C5EF2332-01BF-834F-8236-50238282D533}" type="slidenum">
              <a:rPr lang="en-US" smtClean="0"/>
              <a:pPr/>
              <a:t>18</a:t>
            </a:fld>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Two columns of equal width</a:t>
            </a:r>
          </a:p>
        </p:txBody>
      </p:sp>
      <p:sp>
        <p:nvSpPr>
          <p:cNvPr id="3" name="Content Placeholder 2"/>
          <p:cNvSpPr>
            <a:spLocks noGrp="1"/>
          </p:cNvSpPr>
          <p:nvPr>
            <p:ph sz="half" idx="1"/>
          </p:nvPr>
        </p:nvSpPr>
        <p:spPr/>
        <p:txBody>
          <a:bodyPr/>
          <a:lstStyle/>
          <a:p>
            <a:pPr marL="0" lvl="0" indent="0">
              <a:buNone/>
            </a:pPr>
            <a:r>
              <a:t>Left column text.</a:t>
            </a:r>
          </a:p>
          <a:p>
            <a:pPr marL="0" lvl="0" indent="0">
              <a:buNone/>
            </a:pPr>
            <a:r>
              <a:t>Another text line.</a:t>
            </a:r>
          </a:p>
        </p:txBody>
      </p:sp>
      <p:sp>
        <p:nvSpPr>
          <p:cNvPr id="4" name="Content Placeholder 3"/>
          <p:cNvSpPr>
            <a:spLocks noGrp="1"/>
          </p:cNvSpPr>
          <p:nvPr>
            <p:ph sz="half" idx="2"/>
          </p:nvPr>
        </p:nvSpPr>
        <p:spPr/>
        <p:txBody>
          <a:bodyPr/>
          <a:lstStyle/>
          <a:p>
            <a:pPr lvl="0"/>
            <a:r>
              <a:t>Item 1.</a:t>
            </a:r>
          </a:p>
          <a:p>
            <a:pPr lvl="0"/>
            <a:r>
              <a:t>Item 2.</a:t>
            </a:r>
          </a:p>
          <a:p>
            <a:pPr lvl="0"/>
            <a:r>
              <a:t>Item 3.</a:t>
            </a:r>
          </a:p>
        </p:txBody>
      </p:sp>
      <p:sp>
        <p:nvSpPr>
          <p:cNvPr id="5" name="Slide Number Placeholder 4">
            <a:extLst>
              <a:ext uri="{FF2B5EF4-FFF2-40B4-BE49-F238E27FC236}">
                <a16:creationId xmlns:a16="http://schemas.microsoft.com/office/drawing/2014/main" id="{9FF23CCD-4CA7-E759-B9EB-1AD9629E672B}"/>
              </a:ext>
            </a:extLst>
          </p:cNvPr>
          <p:cNvSpPr>
            <a:spLocks noGrp="1"/>
          </p:cNvSpPr>
          <p:nvPr>
            <p:ph type="sldNum" sz="quarter" idx="12"/>
          </p:nvPr>
        </p:nvSpPr>
        <p:spPr/>
        <p:txBody>
          <a:bodyPr/>
          <a:lstStyle/>
          <a:p>
            <a:fld id="{C5EF2332-01BF-834F-8236-50238282D533}"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Two columns of with 40:60 split</a:t>
            </a:r>
          </a:p>
        </p:txBody>
      </p:sp>
      <p:sp>
        <p:nvSpPr>
          <p:cNvPr id="3" name="Content Placeholder 2"/>
          <p:cNvSpPr>
            <a:spLocks noGrp="1"/>
          </p:cNvSpPr>
          <p:nvPr>
            <p:ph sz="half" idx="1"/>
          </p:nvPr>
        </p:nvSpPr>
        <p:spPr/>
        <p:txBody>
          <a:bodyPr/>
          <a:lstStyle/>
          <a:p>
            <a:pPr marL="0" lvl="0" indent="0">
              <a:buNone/>
            </a:pPr>
            <a:r>
              <a:t>Left column text.</a:t>
            </a:r>
          </a:p>
          <a:p>
            <a:pPr marL="0" lvl="0" indent="0">
              <a:buNone/>
            </a:pPr>
            <a:r>
              <a:t>Another text line.</a:t>
            </a:r>
          </a:p>
        </p:txBody>
      </p:sp>
      <p:sp>
        <p:nvSpPr>
          <p:cNvPr id="4" name="Content Placeholder 3"/>
          <p:cNvSpPr>
            <a:spLocks noGrp="1"/>
          </p:cNvSpPr>
          <p:nvPr>
            <p:ph sz="half" idx="2"/>
          </p:nvPr>
        </p:nvSpPr>
        <p:spPr/>
        <p:txBody>
          <a:bodyPr/>
          <a:lstStyle/>
          <a:p>
            <a:pPr lvl="0"/>
            <a:r>
              <a:t>Item 1.</a:t>
            </a:r>
          </a:p>
          <a:p>
            <a:pPr lvl="0"/>
            <a:r>
              <a:t>Item 2.</a:t>
            </a:r>
          </a:p>
          <a:p>
            <a:pPr lvl="0"/>
            <a:r>
              <a:t>Item 3.</a:t>
            </a:r>
          </a:p>
        </p:txBody>
      </p:sp>
      <p:sp>
        <p:nvSpPr>
          <p:cNvPr id="5" name="Slide Number Placeholder 4">
            <a:extLst>
              <a:ext uri="{FF2B5EF4-FFF2-40B4-BE49-F238E27FC236}">
                <a16:creationId xmlns:a16="http://schemas.microsoft.com/office/drawing/2014/main" id="{3C9C8B1E-38C9-DDF9-5468-CCAC49F7BF87}"/>
              </a:ext>
            </a:extLst>
          </p:cNvPr>
          <p:cNvSpPr>
            <a:spLocks noGrp="1"/>
          </p:cNvSpPr>
          <p:nvPr>
            <p:ph type="sldNum" sz="quarter" idx="12"/>
          </p:nvPr>
        </p:nvSpPr>
        <p:spPr/>
        <p:txBody>
          <a:bodyPr/>
          <a:lstStyle/>
          <a:p>
            <a:fld id="{C5EF2332-01BF-834F-8236-50238282D533}"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Three columns with equal split</a:t>
            </a:r>
          </a:p>
        </p:txBody>
      </p:sp>
      <p:sp>
        <p:nvSpPr>
          <p:cNvPr id="3" name="Content Placeholder 2"/>
          <p:cNvSpPr>
            <a:spLocks noGrp="1"/>
          </p:cNvSpPr>
          <p:nvPr>
            <p:ph sz="half" idx="1"/>
          </p:nvPr>
        </p:nvSpPr>
        <p:spPr/>
        <p:txBody>
          <a:bodyPr/>
          <a:lstStyle/>
          <a:p>
            <a:pPr marL="0" lvl="0" indent="0">
              <a:buNone/>
            </a:pPr>
            <a:r>
              <a:t>Left column text.</a:t>
            </a:r>
          </a:p>
          <a:p>
            <a:pPr marL="0" lvl="0" indent="0">
              <a:buNone/>
            </a:pPr>
            <a:r>
              <a:t>Another text line.</a:t>
            </a:r>
          </a:p>
        </p:txBody>
      </p:sp>
      <p:sp>
        <p:nvSpPr>
          <p:cNvPr id="4" name="Content Placeholder 3"/>
          <p:cNvSpPr>
            <a:spLocks noGrp="1"/>
          </p:cNvSpPr>
          <p:nvPr>
            <p:ph sz="half" idx="2"/>
          </p:nvPr>
        </p:nvSpPr>
        <p:spPr/>
        <p:txBody>
          <a:bodyPr/>
          <a:lstStyle/>
          <a:p>
            <a:pPr marL="0" lvl="0" indent="0">
              <a:buNone/>
            </a:pPr>
            <a:r>
              <a:t>Middle column list:</a:t>
            </a:r>
          </a:p>
          <a:p>
            <a:pPr marL="342900" lvl="0" indent="-342900">
              <a:buAutoNum type="arabicPeriod"/>
            </a:pPr>
            <a:r>
              <a:t>Item 1.</a:t>
            </a:r>
          </a:p>
          <a:p>
            <a:pPr marL="342900" lvl="0" indent="-342900">
              <a:buAutoNum type="arabicPeriod"/>
            </a:pPr>
            <a:r>
              <a:t>Item 2.</a:t>
            </a:r>
          </a:p>
        </p:txBody>
      </p:sp>
      <p:sp>
        <p:nvSpPr>
          <p:cNvPr id="5" name="Slide Number Placeholder 4">
            <a:extLst>
              <a:ext uri="{FF2B5EF4-FFF2-40B4-BE49-F238E27FC236}">
                <a16:creationId xmlns:a16="http://schemas.microsoft.com/office/drawing/2014/main" id="{1F569C44-2194-3220-454D-8AE16D55D1C2}"/>
              </a:ext>
            </a:extLst>
          </p:cNvPr>
          <p:cNvSpPr>
            <a:spLocks noGrp="1"/>
          </p:cNvSpPr>
          <p:nvPr>
            <p:ph type="sldNum" sz="quarter" idx="12"/>
          </p:nvPr>
        </p:nvSpPr>
        <p:spPr/>
        <p:txBody>
          <a:bodyPr/>
          <a:lstStyle/>
          <a:p>
            <a:fld id="{C5EF2332-01BF-834F-8236-50238282D533}"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Three columns with 30:40:30 split</a:t>
            </a:r>
          </a:p>
        </p:txBody>
      </p:sp>
      <p:sp>
        <p:nvSpPr>
          <p:cNvPr id="3" name="Content Placeholder 2"/>
          <p:cNvSpPr>
            <a:spLocks noGrp="1"/>
          </p:cNvSpPr>
          <p:nvPr>
            <p:ph sz="half" idx="1"/>
          </p:nvPr>
        </p:nvSpPr>
        <p:spPr/>
        <p:txBody>
          <a:bodyPr/>
          <a:lstStyle/>
          <a:p>
            <a:pPr marL="0" lvl="0" indent="0">
              <a:buNone/>
            </a:pPr>
            <a:r>
              <a:t>Left column text.</a:t>
            </a:r>
          </a:p>
          <a:p>
            <a:pPr marL="0" lvl="0" indent="0">
              <a:buNone/>
            </a:pPr>
            <a:r>
              <a:t>Another text line.</a:t>
            </a:r>
          </a:p>
        </p:txBody>
      </p:sp>
      <p:sp>
        <p:nvSpPr>
          <p:cNvPr id="4" name="Content Placeholder 3"/>
          <p:cNvSpPr>
            <a:spLocks noGrp="1"/>
          </p:cNvSpPr>
          <p:nvPr>
            <p:ph sz="half" idx="2"/>
          </p:nvPr>
        </p:nvSpPr>
        <p:spPr/>
        <p:txBody>
          <a:bodyPr/>
          <a:lstStyle/>
          <a:p>
            <a:pPr marL="0" lvl="0" indent="0">
              <a:buNone/>
            </a:pPr>
            <a:r>
              <a:t>Middle column list:</a:t>
            </a:r>
          </a:p>
          <a:p>
            <a:pPr marL="342900" lvl="0" indent="-342900">
              <a:buAutoNum type="arabicPeriod"/>
            </a:pPr>
            <a:r>
              <a:t>Item 1.</a:t>
            </a:r>
          </a:p>
          <a:p>
            <a:pPr marL="342900" lvl="0" indent="-342900">
              <a:buAutoNum type="arabicPeriod"/>
            </a:pPr>
            <a:r>
              <a:t>Item 2.</a:t>
            </a:r>
          </a:p>
        </p:txBody>
      </p:sp>
      <p:sp>
        <p:nvSpPr>
          <p:cNvPr id="5" name="Slide Number Placeholder 4">
            <a:extLst>
              <a:ext uri="{FF2B5EF4-FFF2-40B4-BE49-F238E27FC236}">
                <a16:creationId xmlns:a16="http://schemas.microsoft.com/office/drawing/2014/main" id="{7FFBE6CC-4879-F28F-A734-864921651D4D}"/>
              </a:ext>
            </a:extLst>
          </p:cNvPr>
          <p:cNvSpPr>
            <a:spLocks noGrp="1"/>
          </p:cNvSpPr>
          <p:nvPr>
            <p:ph type="sldNum" sz="quarter" idx="12"/>
          </p:nvPr>
        </p:nvSpPr>
        <p:spPr/>
        <p:txBody>
          <a:bodyPr/>
          <a:lstStyle/>
          <a:p>
            <a:fld id="{C5EF2332-01BF-834F-8236-50238282D533}"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Two columns: image and text</a:t>
            </a:r>
          </a:p>
        </p:txBody>
      </p:sp>
      <p:sp>
        <p:nvSpPr>
          <p:cNvPr id="4" name="Content Placeholder 3"/>
          <p:cNvSpPr>
            <a:spLocks noGrp="1"/>
          </p:cNvSpPr>
          <p:nvPr>
            <p:ph sz="half" idx="1"/>
          </p:nvPr>
        </p:nvSpPr>
        <p:spPr/>
        <p:txBody>
          <a:bodyPr/>
          <a:lstStyle/>
          <a:p>
            <a:pPr marL="0" lvl="0" indent="0">
              <a:buNone/>
            </a:pPr>
            <a:r>
              <a:t>Text in the right column.</a:t>
            </a:r>
          </a:p>
          <a:p>
            <a:pPr marL="0" lvl="0" indent="0">
              <a:buNone/>
            </a:pPr>
            <a:r>
              <a:t>List from the right column:</a:t>
            </a:r>
          </a:p>
          <a:p>
            <a:pPr lvl="0"/>
            <a:r>
              <a:t>Item 1.</a:t>
            </a:r>
          </a:p>
          <a:p>
            <a:pPr lvl="0"/>
            <a:r>
              <a:t>Item 2.</a:t>
            </a:r>
          </a:p>
        </p:txBody>
      </p:sp>
      <p:pic>
        <p:nvPicPr>
          <p:cNvPr id="3" name="Picture 1" descr="images/Eleanor_Roosevelt_and_Human_Rights_Declaration.jpeg"/>
          <p:cNvPicPr>
            <a:picLocks noGrp="1" noChangeAspect="1"/>
          </p:cNvPicPr>
          <p:nvPr/>
        </p:nvPicPr>
        <p:blipFill>
          <a:blip r:embed="rId2"/>
          <a:stretch>
            <a:fillRect/>
          </a:stretch>
        </p:blipFill>
        <p:spPr bwMode="auto">
          <a:xfrm>
            <a:off x="457200" y="1358900"/>
            <a:ext cx="4038600" cy="3048000"/>
          </a:xfrm>
          <a:prstGeom prst="rect">
            <a:avLst/>
          </a:prstGeom>
          <a:noFill/>
          <a:ln w="9525">
            <a:noFill/>
            <a:headEnd/>
            <a:tailEnd/>
          </a:ln>
        </p:spPr>
      </p:pic>
      <p:sp>
        <p:nvSpPr>
          <p:cNvPr id="5" name="Slide Number Placeholder 4">
            <a:extLst>
              <a:ext uri="{FF2B5EF4-FFF2-40B4-BE49-F238E27FC236}">
                <a16:creationId xmlns:a16="http://schemas.microsoft.com/office/drawing/2014/main" id="{A5006986-0D42-242B-0945-C4BDF62BA9A0}"/>
              </a:ext>
            </a:extLst>
          </p:cNvPr>
          <p:cNvSpPr>
            <a:spLocks noGrp="1"/>
          </p:cNvSpPr>
          <p:nvPr>
            <p:ph type="sldNum" sz="quarter" idx="12"/>
          </p:nvPr>
        </p:nvSpPr>
        <p:spPr/>
        <p:txBody>
          <a:bodyPr/>
          <a:lstStyle/>
          <a:p>
            <a:fld id="{C5EF2332-01BF-834F-8236-50238282D533}"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Two columns: image and table</a:t>
            </a:r>
          </a:p>
        </p:txBody>
      </p:sp>
      <p:graphicFrame>
        <p:nvGraphicFramePr>
          <p:cNvPr id="6" name="Content Placeholder 5"/>
          <p:cNvGraphicFramePr>
            <a:graphicFrameLocks noGrp="1"/>
          </p:cNvGraphicFramePr>
          <p:nvPr>
            <p:ph sz="half" idx="1"/>
          </p:nvPr>
        </p:nvGraphicFramePr>
        <p:xfrm>
          <a:off x="4648200" y="1193800"/>
          <a:ext cx="4038600" cy="3390900"/>
        </p:xfrm>
        <a:graphic>
          <a:graphicData uri="http://schemas.openxmlformats.org/drawingml/2006/table">
            <a:tbl>
              <a:tblPr firstRow="1" bandRow="1">
                <a:tableStyleId>{5C22544A-7EE6-4342-B048-85BDC9FD1C3A}</a:tableStyleId>
              </a:tblPr>
              <a:tblGrid>
                <a:gridCol w="2019300">
                  <a:extLst>
                    <a:ext uri="{9D8B030D-6E8A-4147-A177-3AD203B41FA5}">
                      <a16:colId xmlns:a16="http://schemas.microsoft.com/office/drawing/2014/main" val="20000"/>
                    </a:ext>
                  </a:extLst>
                </a:gridCol>
                <a:gridCol w="2019300">
                  <a:extLst>
                    <a:ext uri="{9D8B030D-6E8A-4147-A177-3AD203B41FA5}">
                      <a16:colId xmlns:a16="http://schemas.microsoft.com/office/drawing/2014/main" val="20001"/>
                    </a:ext>
                  </a:extLst>
                </a:gridCol>
              </a:tblGrid>
              <a:tr h="0">
                <a:tc>
                  <a:txBody>
                    <a:bodyPr/>
                    <a:lstStyle/>
                    <a:p>
                      <a:pPr marL="0" lvl="0" indent="0" algn="l">
                        <a:buNone/>
                      </a:pPr>
                      <a:r>
                        <a:rPr b="1"/>
                        <a:t>Item</a:t>
                      </a:r>
                    </a:p>
                  </a:txBody>
                  <a:tcPr/>
                </a:tc>
                <a:tc>
                  <a:txBody>
                    <a:bodyPr/>
                    <a:lstStyle/>
                    <a:p>
                      <a:pPr marL="0" lvl="0" indent="0" algn="ctr">
                        <a:buNone/>
                      </a:pPr>
                      <a:r>
                        <a:rPr b="1"/>
                        <a:t>Option</a:t>
                      </a:r>
                    </a:p>
                  </a:txBody>
                  <a:tcPr/>
                </a:tc>
                <a:extLst>
                  <a:ext uri="{0D108BD9-81ED-4DB2-BD59-A6C34878D82A}">
                    <a16:rowId xmlns:a16="http://schemas.microsoft.com/office/drawing/2014/main" val="10000"/>
                  </a:ext>
                </a:extLst>
              </a:tr>
              <a:tr h="0">
                <a:tc>
                  <a:txBody>
                    <a:bodyPr/>
                    <a:lstStyle/>
                    <a:p>
                      <a:pPr marL="0" lvl="0" indent="0" algn="l">
                        <a:buNone/>
                      </a:pPr>
                      <a:r>
                        <a:t>Item 1</a:t>
                      </a:r>
                    </a:p>
                  </a:txBody>
                  <a:tcPr/>
                </a:tc>
                <a:tc>
                  <a:txBody>
                    <a:bodyPr/>
                    <a:lstStyle/>
                    <a:p>
                      <a:pPr marL="0" lvl="0" indent="0" algn="ctr">
                        <a:buNone/>
                      </a:pPr>
                      <a:r>
                        <a:t>Option 1</a:t>
                      </a:r>
                    </a:p>
                  </a:txBody>
                  <a:tcPr/>
                </a:tc>
                <a:extLst>
                  <a:ext uri="{0D108BD9-81ED-4DB2-BD59-A6C34878D82A}">
                    <a16:rowId xmlns:a16="http://schemas.microsoft.com/office/drawing/2014/main" val="10001"/>
                  </a:ext>
                </a:extLst>
              </a:tr>
              <a:tr h="0">
                <a:tc>
                  <a:txBody>
                    <a:bodyPr/>
                    <a:lstStyle/>
                    <a:p>
                      <a:pPr marL="0" lvl="0" indent="0" algn="l">
                        <a:buNone/>
                      </a:pPr>
                      <a:r>
                        <a:t>Item 2</a:t>
                      </a:r>
                    </a:p>
                  </a:txBody>
                  <a:tcPr/>
                </a:tc>
                <a:tc>
                  <a:txBody>
                    <a:bodyPr/>
                    <a:lstStyle/>
                    <a:p>
                      <a:pPr marL="0" lvl="0" indent="0" algn="ctr">
                        <a:buNone/>
                      </a:pPr>
                      <a:r>
                        <a:t>Option 2</a:t>
                      </a:r>
                    </a:p>
                  </a:txBody>
                  <a:tcPr/>
                </a:tc>
                <a:extLst>
                  <a:ext uri="{0D108BD9-81ED-4DB2-BD59-A6C34878D82A}">
                    <a16:rowId xmlns:a16="http://schemas.microsoft.com/office/drawing/2014/main" val="10002"/>
                  </a:ext>
                </a:extLst>
              </a:tr>
            </a:tbl>
          </a:graphicData>
        </a:graphic>
      </p:graphicFrame>
      <p:pic>
        <p:nvPicPr>
          <p:cNvPr id="3" name="Picture 1" descr="images/Eleanor_Roosevelt_and_Human_Rights_Declaration.jpeg"/>
          <p:cNvPicPr>
            <a:picLocks noGrp="1" noChangeAspect="1"/>
          </p:cNvPicPr>
          <p:nvPr/>
        </p:nvPicPr>
        <p:blipFill>
          <a:blip r:embed="rId2"/>
          <a:stretch>
            <a:fillRect/>
          </a:stretch>
        </p:blipFill>
        <p:spPr bwMode="auto">
          <a:xfrm>
            <a:off x="457200" y="1358900"/>
            <a:ext cx="4038600" cy="3048000"/>
          </a:xfrm>
          <a:prstGeom prst="rect">
            <a:avLst/>
          </a:prstGeom>
          <a:noFill/>
          <a:ln w="9525">
            <a:noFill/>
            <a:headEnd/>
            <a:tailEnd/>
          </a:ln>
        </p:spPr>
      </p:pic>
      <p:sp>
        <p:nvSpPr>
          <p:cNvPr id="4" name="Slide Number Placeholder 3">
            <a:extLst>
              <a:ext uri="{FF2B5EF4-FFF2-40B4-BE49-F238E27FC236}">
                <a16:creationId xmlns:a16="http://schemas.microsoft.com/office/drawing/2014/main" id="{655E315A-FF32-3C27-1581-E3CB9FFE2352}"/>
              </a:ext>
            </a:extLst>
          </p:cNvPr>
          <p:cNvSpPr>
            <a:spLocks noGrp="1"/>
          </p:cNvSpPr>
          <p:nvPr>
            <p:ph type="sldNum" sz="quarter" idx="12"/>
          </p:nvPr>
        </p:nvSpPr>
        <p:spPr/>
        <p:txBody>
          <a:bodyPr/>
          <a:lstStyle/>
          <a:p>
            <a:fld id="{C5EF2332-01BF-834F-8236-50238282D533}"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Bibliography</a:t>
            </a:r>
          </a:p>
        </p:txBody>
      </p:sp>
      <p:sp>
        <p:nvSpPr>
          <p:cNvPr id="3" name="Content Placeholder 2"/>
          <p:cNvSpPr>
            <a:spLocks noGrp="1"/>
          </p:cNvSpPr>
          <p:nvPr>
            <p:ph idx="1"/>
          </p:nvPr>
        </p:nvSpPr>
        <p:spPr/>
        <p:txBody>
          <a:bodyPr/>
          <a:lstStyle/>
          <a:p>
            <a:pPr marL="0" lvl="0" indent="0">
              <a:buNone/>
            </a:pPr>
            <a:r>
              <a:t>Brown, Gordon, ed. 2016. </a:t>
            </a:r>
            <a:r>
              <a:rPr i="1"/>
              <a:t>The Universal Declaration of Human Rights in the 21st Century, a Living Document in a Changing World</a:t>
            </a:r>
            <a:r>
              <a:t>. Open Book Publishers ; NYU Global Institute for Advanced Study.</a:t>
            </a:r>
          </a:p>
          <a:p>
            <a:pPr marL="0" lvl="0" indent="0">
              <a:buNone/>
            </a:pPr>
            <a:r>
              <a:t>United Nations. 1948. </a:t>
            </a:r>
            <a:r>
              <a:rPr i="1"/>
              <a:t>Universal Declaration of Human Rights</a:t>
            </a:r>
            <a:r>
              <a:t>.</a:t>
            </a:r>
          </a:p>
        </p:txBody>
      </p:sp>
      <p:sp>
        <p:nvSpPr>
          <p:cNvPr id="4" name="Slide Number Placeholder 3">
            <a:extLst>
              <a:ext uri="{FF2B5EF4-FFF2-40B4-BE49-F238E27FC236}">
                <a16:creationId xmlns:a16="http://schemas.microsoft.com/office/drawing/2014/main" id="{E4981F90-9386-9327-11BE-1B45099EEA43}"/>
              </a:ext>
            </a:extLst>
          </p:cNvPr>
          <p:cNvSpPr>
            <a:spLocks noGrp="1"/>
          </p:cNvSpPr>
          <p:nvPr>
            <p:ph type="sldNum" sz="quarter" idx="12"/>
          </p:nvPr>
        </p:nvSpPr>
        <p:spPr/>
        <p:txBody>
          <a:bodyPr/>
          <a:lstStyle/>
          <a:p>
            <a:fld id="{C5EF2332-01BF-834F-8236-50238282D533}" type="slidenum">
              <a:rPr lang="en-US" smtClean="0"/>
              <a:pPr/>
              <a:t>25</a:t>
            </a:fld>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Notes</a:t>
            </a:r>
          </a:p>
        </p:txBody>
      </p:sp>
      <p:sp>
        <p:nvSpPr>
          <p:cNvPr id="3" name="Content Placeholder 2"/>
          <p:cNvSpPr>
            <a:spLocks noGrp="1"/>
          </p:cNvSpPr>
          <p:nvPr>
            <p:ph idx="1"/>
          </p:nvPr>
        </p:nvSpPr>
        <p:spPr/>
        <p:txBody>
          <a:bodyPr/>
          <a:lstStyle/>
          <a:p>
            <a:pPr marL="0" lvl="0" indent="0">
              <a:buNone/>
            </a:pPr>
            <a:r>
              <a:rPr sz="1800"/>
              <a:t>1. All human beings are born free and equal in dignity and rights.</a:t>
            </a:r>
          </a:p>
        </p:txBody>
      </p:sp>
      <p:sp>
        <p:nvSpPr>
          <p:cNvPr id="4" name="Slide Number Placeholder 3">
            <a:extLst>
              <a:ext uri="{FF2B5EF4-FFF2-40B4-BE49-F238E27FC236}">
                <a16:creationId xmlns:a16="http://schemas.microsoft.com/office/drawing/2014/main" id="{51589F7E-73E6-ACF4-F009-890EE4209279}"/>
              </a:ext>
            </a:extLst>
          </p:cNvPr>
          <p:cNvSpPr>
            <a:spLocks noGrp="1"/>
          </p:cNvSpPr>
          <p:nvPr>
            <p:ph type="sldNum" sz="quarter" idx="12"/>
          </p:nvPr>
        </p:nvSpPr>
        <p:spPr/>
        <p:txBody>
          <a:bodyPr/>
          <a:lstStyle/>
          <a:p>
            <a:fld id="{C5EF2332-01BF-834F-8236-50238282D533}" type="slidenum">
              <a:rPr lang="en-US" smtClean="0"/>
              <a:pPr/>
              <a:t>26</a:t>
            </a:fld>
            <a:endParaRPr lang="en-US" sz="16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34</TotalTime>
  <Words>1148</Words>
  <Application>Microsoft Office PowerPoint</Application>
  <PresentationFormat>On-screen Show (16:9)</PresentationFormat>
  <Paragraphs>130</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Trebuchet MS</vt:lpstr>
      <vt:lpstr>Wingdings 3</vt:lpstr>
      <vt:lpstr>Facet</vt:lpstr>
      <vt:lpstr>Title</vt:lpstr>
      <vt:lpstr>Heading 1</vt:lpstr>
      <vt:lpstr>PowerPoint Presentation</vt:lpstr>
      <vt:lpstr>Heading 2</vt:lpstr>
      <vt:lpstr>Bold</vt:lpstr>
      <vt:lpstr>Italic</vt:lpstr>
      <vt:lpstr>Bold and italic</vt:lpstr>
      <vt:lpstr>Struck through</vt:lpstr>
      <vt:lpstr>Numbered lists</vt:lpstr>
      <vt:lpstr>Unnumbered lists</vt:lpstr>
      <vt:lpstr>Mixed lists</vt:lpstr>
      <vt:lpstr>Figures and captions</vt:lpstr>
      <vt:lpstr>Code</vt:lpstr>
      <vt:lpstr>URLs and email addresses</vt:lpstr>
      <vt:lpstr>Tables</vt:lpstr>
      <vt:lpstr>Footnotes</vt:lpstr>
      <vt:lpstr>Quotes</vt:lpstr>
      <vt:lpstr>Scientific citations</vt:lpstr>
      <vt:lpstr>Two columns of equal width</vt:lpstr>
      <vt:lpstr>Two columns of with 40:60 split</vt:lpstr>
      <vt:lpstr>Three columns with equal split</vt:lpstr>
      <vt:lpstr>Three columns with 30:40:30 split</vt:lpstr>
      <vt:lpstr>Two columns: image and text</vt:lpstr>
      <vt:lpstr>Two columns: image and table</vt:lpstr>
      <vt:lpstr>Bibliography</vt:lpstr>
      <vt:lpstr>Notes</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Eleanor Roosevelt; John Peters Humphrey</dc:creator>
  <cp:keywords/>
  <cp:lastModifiedBy>Sheng Rao</cp:lastModifiedBy>
  <cp:revision>18</cp:revision>
  <dcterms:created xsi:type="dcterms:W3CDTF">2026-01-26T15:22:00Z</dcterms:created>
  <dcterms:modified xsi:type="dcterms:W3CDTF">2026-04-24T17:02:56Z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beameroption">
    <vt:lpwstr/>
  </property>
  <property fmtid="{D5CDD505-2E9C-101B-9397-08002B2CF9AE}" pid="4" name="bibliography">
    <vt:lpwstr>references.bib</vt:lpwstr>
  </property>
  <property fmtid="{D5CDD505-2E9C-101B-9397-08002B2CF9AE}" pid="5" name="colortheme">
    <vt:lpwstr/>
  </property>
  <property fmtid="{D5CDD505-2E9C-101B-9397-08002B2CF9AE}" pid="6" name="csl">
    <vt:lpwstr>../assets/csl/chicago-author-date.csl</vt:lpwstr>
  </property>
  <property fmtid="{D5CDD505-2E9C-101B-9397-08002B2CF9AE}" pid="7" name="date">
    <vt:lpwstr>1 January 2023</vt:lpwstr>
  </property>
  <property fmtid="{D5CDD505-2E9C-101B-9397-08002B2CF9AE}" pid="8" name="documentclass">
    <vt:lpwstr>beamer</vt:lpwstr>
  </property>
  <property fmtid="{D5CDD505-2E9C-101B-9397-08002B2CF9AE}" pid="9" name="fontenc">
    <vt:lpwstr/>
  </property>
  <property fmtid="{D5CDD505-2E9C-101B-9397-08002B2CF9AE}" pid="10" name="fontfamily">
    <vt:lpwstr/>
  </property>
  <property fmtid="{D5CDD505-2E9C-101B-9397-08002B2CF9AE}" pid="11" name="fontfamilyoptions">
    <vt:lpwstr/>
  </property>
  <property fmtid="{D5CDD505-2E9C-101B-9397-08002B2CF9AE}" pid="12" name="fontsize">
    <vt:lpwstr/>
  </property>
  <property fmtid="{D5CDD505-2E9C-101B-9397-08002B2CF9AE}" pid="13" name="fonttheme">
    <vt:lpwstr/>
  </property>
  <property fmtid="{D5CDD505-2E9C-101B-9397-08002B2CF9AE}" pid="14" name="innertheme">
    <vt:lpwstr/>
  </property>
  <property fmtid="{D5CDD505-2E9C-101B-9397-08002B2CF9AE}" pid="15" name="institute">
    <vt:lpwstr>United Nations</vt:lpwstr>
  </property>
  <property fmtid="{D5CDD505-2E9C-101B-9397-08002B2CF9AE}" pid="16" name="logo">
    <vt:lpwstr/>
  </property>
  <property fmtid="{D5CDD505-2E9C-101B-9397-08002B2CF9AE}" pid="17" name="mainfont">
    <vt:lpwstr/>
  </property>
  <property fmtid="{D5CDD505-2E9C-101B-9397-08002B2CF9AE}" pid="18" name="mainfontoptions">
    <vt:lpwstr/>
  </property>
  <property fmtid="{D5CDD505-2E9C-101B-9397-08002B2CF9AE}" pid="19" name="mathfont">
    <vt:lpwstr/>
  </property>
  <property fmtid="{D5CDD505-2E9C-101B-9397-08002B2CF9AE}" pid="20" name="mathfontoptions">
    <vt:lpwstr/>
  </property>
  <property fmtid="{D5CDD505-2E9C-101B-9397-08002B2CF9AE}" pid="21" name="monofont">
    <vt:lpwstr/>
  </property>
  <property fmtid="{D5CDD505-2E9C-101B-9397-08002B2CF9AE}" pid="22" name="monofontoptions">
    <vt:lpwstr/>
  </property>
  <property fmtid="{D5CDD505-2E9C-101B-9397-08002B2CF9AE}" pid="23" name="navigation">
    <vt:lpwstr/>
  </property>
  <property fmtid="{D5CDD505-2E9C-101B-9397-08002B2CF9AE}" pid="24" name="nocite">
    <vt:lpwstr>@brown2016</vt:lpwstr>
  </property>
  <property fmtid="{D5CDD505-2E9C-101B-9397-08002B2CF9AE}" pid="25" name="outertheme">
    <vt:lpwstr/>
  </property>
  <property fmtid="{D5CDD505-2E9C-101B-9397-08002B2CF9AE}" pid="26" name="references">
    <vt:lpwstr/>
  </property>
  <property fmtid="{D5CDD505-2E9C-101B-9397-08002B2CF9AE}" pid="27" name="sansfont">
    <vt:lpwstr/>
  </property>
  <property fmtid="{D5CDD505-2E9C-101B-9397-08002B2CF9AE}" pid="28" name="sansfontoptions">
    <vt:lpwstr/>
  </property>
  <property fmtid="{D5CDD505-2E9C-101B-9397-08002B2CF9AE}" pid="29" name="section-titles">
    <vt:lpwstr/>
  </property>
  <property fmtid="{D5CDD505-2E9C-101B-9397-08002B2CF9AE}" pid="30" name="subtitle">
    <vt:lpwstr>Subtitle</vt:lpwstr>
  </property>
  <property fmtid="{D5CDD505-2E9C-101B-9397-08002B2CF9AE}" pid="31" name="theme">
    <vt:lpwstr/>
  </property>
  <property fmtid="{D5CDD505-2E9C-101B-9397-08002B2CF9AE}" pid="32" name="themeoptions">
    <vt:lpwstr/>
  </property>
  <property fmtid="{D5CDD505-2E9C-101B-9397-08002B2CF9AE}" pid="33" name="titlegraphic">
    <vt:lpwstr/>
  </property>
  <property fmtid="{D5CDD505-2E9C-101B-9397-08002B2CF9AE}" pid="34" name="toc">
    <vt:lpwstr>True</vt:lpwstr>
  </property>
</Properties>
</file>